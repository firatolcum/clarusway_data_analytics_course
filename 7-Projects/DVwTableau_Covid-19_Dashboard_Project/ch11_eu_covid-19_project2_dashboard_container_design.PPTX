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32" y="1981200"/>
            <a:ext cx="9037468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H</a:t>
            </a:r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30332" y="0"/>
            <a:ext cx="9037468" cy="1905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V</a:t>
            </a:r>
            <a:endParaRPr lang="tr-TR" dirty="0"/>
          </a:p>
        </p:txBody>
      </p:sp>
      <p:sp>
        <p:nvSpPr>
          <p:cNvPr id="6" name="Rectangle 5"/>
          <p:cNvSpPr/>
          <p:nvPr/>
        </p:nvSpPr>
        <p:spPr>
          <a:xfrm>
            <a:off x="76200" y="2286000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0" y="2311153"/>
            <a:ext cx="37338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8047" y="2311153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2590800"/>
            <a:ext cx="2362200" cy="1943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400" y="4579768"/>
            <a:ext cx="2362200" cy="2125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332" y="304800"/>
            <a:ext cx="9037468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332" y="1371600"/>
            <a:ext cx="9037468" cy="533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444" y="596382"/>
            <a:ext cx="6446669" cy="685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591843"/>
            <a:ext cx="2509422" cy="685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81800" y="633373"/>
            <a:ext cx="1066800" cy="6006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24800" y="627356"/>
            <a:ext cx="1066800" cy="6006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03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32" y="1981200"/>
            <a:ext cx="9037468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H</a:t>
            </a:r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30332" y="0"/>
            <a:ext cx="9037468" cy="1905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V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5468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32" y="1981200"/>
            <a:ext cx="9037468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H</a:t>
            </a:r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30332" y="0"/>
            <a:ext cx="9037468" cy="1905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V</a:t>
            </a:r>
            <a:endParaRPr lang="tr-TR" dirty="0"/>
          </a:p>
        </p:txBody>
      </p:sp>
      <p:sp>
        <p:nvSpPr>
          <p:cNvPr id="6" name="Rectangle 5"/>
          <p:cNvSpPr/>
          <p:nvPr/>
        </p:nvSpPr>
        <p:spPr>
          <a:xfrm>
            <a:off x="76200" y="2286000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0" y="2311153"/>
            <a:ext cx="37338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8047" y="2311153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68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32" y="1981200"/>
            <a:ext cx="9037468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H</a:t>
            </a:r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30332" y="0"/>
            <a:ext cx="9037468" cy="1905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V</a:t>
            </a:r>
            <a:endParaRPr lang="tr-TR" dirty="0"/>
          </a:p>
        </p:txBody>
      </p:sp>
      <p:sp>
        <p:nvSpPr>
          <p:cNvPr id="6" name="Rectangle 5"/>
          <p:cNvSpPr/>
          <p:nvPr/>
        </p:nvSpPr>
        <p:spPr>
          <a:xfrm>
            <a:off x="76200" y="2286000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0" y="2311153"/>
            <a:ext cx="37338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8047" y="2311153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2590800"/>
            <a:ext cx="2362200" cy="1943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400" y="4579768"/>
            <a:ext cx="2362200" cy="2125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68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32" y="1981200"/>
            <a:ext cx="9037468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H</a:t>
            </a:r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30332" y="0"/>
            <a:ext cx="9037468" cy="1905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V</a:t>
            </a:r>
            <a:endParaRPr lang="tr-TR" dirty="0"/>
          </a:p>
        </p:txBody>
      </p:sp>
      <p:sp>
        <p:nvSpPr>
          <p:cNvPr id="6" name="Rectangle 5"/>
          <p:cNvSpPr/>
          <p:nvPr/>
        </p:nvSpPr>
        <p:spPr>
          <a:xfrm>
            <a:off x="76200" y="2286000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0" y="2311153"/>
            <a:ext cx="37338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8047" y="2311153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2590800"/>
            <a:ext cx="2362200" cy="1943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400" y="4579768"/>
            <a:ext cx="2362200" cy="2125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332" y="304800"/>
            <a:ext cx="9037468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332" y="1371600"/>
            <a:ext cx="9037468" cy="533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23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32" y="1981200"/>
            <a:ext cx="9037468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H</a:t>
            </a:r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30332" y="0"/>
            <a:ext cx="9037468" cy="1905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V</a:t>
            </a:r>
            <a:endParaRPr lang="tr-TR" dirty="0"/>
          </a:p>
        </p:txBody>
      </p:sp>
      <p:sp>
        <p:nvSpPr>
          <p:cNvPr id="6" name="Rectangle 5"/>
          <p:cNvSpPr/>
          <p:nvPr/>
        </p:nvSpPr>
        <p:spPr>
          <a:xfrm>
            <a:off x="76200" y="2286000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0" y="2311153"/>
            <a:ext cx="37338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8047" y="2311153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2590800"/>
            <a:ext cx="2362200" cy="1943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400" y="4579768"/>
            <a:ext cx="2362200" cy="2125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332" y="304800"/>
            <a:ext cx="9037468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332" y="1371600"/>
            <a:ext cx="9037468" cy="533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444" y="596382"/>
            <a:ext cx="6446669" cy="685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591843"/>
            <a:ext cx="2509422" cy="685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231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332" y="1981200"/>
            <a:ext cx="9037468" cy="487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H</a:t>
            </a:r>
            <a:endParaRPr lang="tr-TR" dirty="0"/>
          </a:p>
        </p:txBody>
      </p:sp>
      <p:sp>
        <p:nvSpPr>
          <p:cNvPr id="5" name="Rectangle 4"/>
          <p:cNvSpPr/>
          <p:nvPr/>
        </p:nvSpPr>
        <p:spPr>
          <a:xfrm>
            <a:off x="30332" y="0"/>
            <a:ext cx="9037468" cy="19050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/>
              <a:t>V</a:t>
            </a:r>
            <a:endParaRPr lang="tr-TR" dirty="0"/>
          </a:p>
        </p:txBody>
      </p:sp>
      <p:sp>
        <p:nvSpPr>
          <p:cNvPr id="6" name="Rectangle 5"/>
          <p:cNvSpPr/>
          <p:nvPr/>
        </p:nvSpPr>
        <p:spPr>
          <a:xfrm>
            <a:off x="76200" y="2286000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43200" y="2311153"/>
            <a:ext cx="37338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28047" y="2311153"/>
            <a:ext cx="2514600" cy="4495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" y="2590800"/>
            <a:ext cx="2362200" cy="19431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400" y="4579768"/>
            <a:ext cx="2362200" cy="21258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332" y="304800"/>
            <a:ext cx="9037468" cy="9906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332" y="1371600"/>
            <a:ext cx="9037468" cy="5334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8444" y="596382"/>
            <a:ext cx="6446669" cy="685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528048" y="591843"/>
            <a:ext cx="2509422" cy="6858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H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781800" y="633373"/>
            <a:ext cx="1066800" cy="6006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24800" y="627356"/>
            <a:ext cx="1066800" cy="6006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tr-TR" dirty="0" smtClean="0">
                <a:solidFill>
                  <a:schemeClr val="tx1"/>
                </a:solidFill>
              </a:rPr>
              <a:t>V</a:t>
            </a:r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43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60</Words>
  <Application>Microsoft Office PowerPoint</Application>
  <PresentationFormat>On-screen Show (4:3)</PresentationFormat>
  <Paragraphs>60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3</cp:revision>
  <dcterms:created xsi:type="dcterms:W3CDTF">2006-08-16T00:00:00Z</dcterms:created>
  <dcterms:modified xsi:type="dcterms:W3CDTF">2021-06-07T20:41:36Z</dcterms:modified>
</cp:coreProperties>
</file>